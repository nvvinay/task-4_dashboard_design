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Project</a:t>
            </a:r>
          </a:p>
          <a:p>
            <a:r>
              <a:t>Tool: Power BI</a:t>
            </a:r>
          </a:p>
          <a:p>
            <a:r>
              <a:t>Dataset: Custom Superstore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an interactive dashboard for business stakeholders</a:t>
            </a:r>
          </a:p>
          <a:p>
            <a:r>
              <a:t>• Analyze sales, profit, and growth trends</a:t>
            </a:r>
          </a:p>
          <a:p>
            <a:r>
              <a:t>• Enable data-driven decision-making</a:t>
            </a:r>
          </a:p>
          <a:p>
            <a:r>
              <a:t>• Apply time-series and KPI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5000 records (2021–2024)</a:t>
            </a:r>
          </a:p>
          <a:p>
            <a:r>
              <a:t>• Includes Sales, Profit, Discount, Quantity</a:t>
            </a:r>
          </a:p>
          <a:p>
            <a:r>
              <a:t>• Contains Category, Sub-Category, Region, Segment</a:t>
            </a:r>
          </a:p>
          <a:p>
            <a:r>
              <a:t>• Suitable for business performance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 – Revenue performance</a:t>
            </a:r>
          </a:p>
          <a:p>
            <a:r>
              <a:t>• Total Profit – Business sustainability</a:t>
            </a:r>
          </a:p>
          <a:p>
            <a:r>
              <a:t>• Profit Margin % – Efficiency indicator</a:t>
            </a:r>
          </a:p>
          <a:p>
            <a:r>
              <a:t>• Total Orders – Demand measurement</a:t>
            </a:r>
          </a:p>
          <a:p>
            <a:r>
              <a:t>• Sales Growth % – Trend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Executive Overview Page with KPI cards</a:t>
            </a:r>
          </a:p>
          <a:p>
            <a:r>
              <a:t>• Sales Trend (Time-series analysis)</a:t>
            </a:r>
          </a:p>
          <a:p>
            <a:r>
              <a:t>• Sales by Region and Category</a:t>
            </a:r>
          </a:p>
          <a:p>
            <a:r>
              <a:t>• Profit by Sub-Category</a:t>
            </a:r>
          </a:p>
          <a:p>
            <a:r>
              <a:t>• Interactive slicers for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Certain regions contribute higher sales</a:t>
            </a:r>
          </a:p>
          <a:p>
            <a:r>
              <a:t>• Technology and Furniture categories show strong revenue</a:t>
            </a:r>
          </a:p>
          <a:p>
            <a:r>
              <a:t>• Some sub-categories generate lower profit</a:t>
            </a:r>
          </a:p>
          <a:p>
            <a:r>
              <a:t>• Sales show steady growth across years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high-margin product categories</a:t>
            </a:r>
          </a:p>
          <a:p>
            <a:r>
              <a:t>• Reduce discounts on low-profit items</a:t>
            </a:r>
          </a:p>
          <a:p>
            <a:r>
              <a:t>• Strengthen marketing in high-performing regions</a:t>
            </a:r>
          </a:p>
          <a:p>
            <a:r>
              <a:t>• Improve inventory planning during peak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provides clear business insights</a:t>
            </a:r>
          </a:p>
          <a:p>
            <a:r>
              <a:t>• Supports strategic and operational decisions</a:t>
            </a:r>
          </a:p>
          <a:p>
            <a:r>
              <a:t>• Demonstrates effective use of Power BI and DAX</a:t>
            </a:r>
          </a:p>
          <a:p>
            <a:r>
              <a:t>• Interactive design improves user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